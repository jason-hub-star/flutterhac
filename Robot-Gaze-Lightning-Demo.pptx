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64592" cy="164592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LIGHTNING DEMO  ·  ROBOT BOOTCAMP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Robot Gaze.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내 얼굴을 보면, </a:t>
            </a:r>
            <a:pPr indent="0" marL="0">
              <a:buNone/>
            </a:pPr>
            <a:r>
              <a:rPr lang="en-US" sz="36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로봇이 따라본다</a:t>
            </a:r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MediaPipe FaceLandmarker × Three.js · 실시간 30 FPS · 클라이언트 사이드 only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79615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jason  ·  Wild Card 트랙  ·  2026.04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79615" y="6217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web-robot-gaze.vercel.app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76656"/>
            <a:ext cx="109728" cy="109728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· WHY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115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“AI가 </a:t>
            </a:r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UI를 직접 움직인다</a:t>
            </a:r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는 게</a:t>
            </a:r>
            <a:endParaRPr lang="en-US" sz="5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어떤 느낌인지 30초 안에 보여드릴게요.”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로봇 부트캠프에서 핵심은 </a:t>
            </a:r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얼굴·모션 인식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983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이 데모는 그 두 기능을 가장 작은 코드로 묶어 본 결과물입니다.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6528816"/>
            <a:ext cx="91440" cy="91440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ROBOT GAZE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76656"/>
            <a:ext cx="109728" cy="109728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· WHAT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한 줄 요약.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웹캠으로 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얼굴 포즈</a:t>
            </a:r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를 추적해
</a:t>
            </a:r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3D 로봇의 시선</a:t>
            </a:r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을 실시간 동기화하는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단일 파일 웹 앱.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30+ FPS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맥북 기준 실측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API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서버 호출 없음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탭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6344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브라우저만 있으면 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914400"/>
            <a:ext cx="4785055" cy="50292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13" name="Image 0" descr="/sessions/epic-trusting-hopper/robot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914400"/>
            <a:ext cx="4785055" cy="5029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949440" y="557784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— three.js scene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6528816"/>
            <a:ext cx="91440" cy="91440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ROBOT GAZE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76656"/>
            <a:ext cx="109728" cy="109728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·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실제 동작 캡처.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MediaPipe가 얼굴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478 랜드마크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를 매 프레임 추출 → 4×4 변환 행렬을 Euler 각도로 풀어 로봇 머리·눈에 적용.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0911535" cy="3291840"/>
          </a:xfrm>
          <a:prstGeom prst="rect">
            <a:avLst/>
          </a:prstGeom>
          <a:solidFill>
            <a:srgbClr val="0B122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pic>
        <p:nvPicPr>
          <p:cNvPr id="7" name="Image 0" descr="/sessions/epic-trusting-hopper/robot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834640"/>
            <a:ext cx="10911535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357055" y="3063240"/>
            <a:ext cx="1920240" cy="1554480"/>
          </a:xfrm>
          <a:prstGeom prst="rect">
            <a:avLst/>
          </a:prstGeom>
          <a:solidFill>
            <a:srgbClr val="000000">
              <a:alpha val="40000"/>
            </a:srgbClr>
          </a:solidFill>
          <a:ln w="9525">
            <a:solidFill>
              <a:srgbClr val="0FBF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94215" y="3200400"/>
            <a:ext cx="128016" cy="128016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49663" y="3127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FACE LANDMARKER · 478 pts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722815" y="352044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59975" y="3447288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997135" y="342900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134295" y="342900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71455" y="342900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408615" y="342900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545775" y="342900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682935" y="3447288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820095" y="352044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951415" y="365760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042855" y="3630168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134295" y="365760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408615" y="365760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500055" y="3630168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91495" y="365760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271455" y="3776472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71455" y="3867912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07447" y="393192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335463" y="393192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070287" y="4087368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198303" y="406908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271455" y="406908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344607" y="406908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472623" y="4087368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814255" y="416052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923983" y="4270248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070287" y="434340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271455" y="438912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472623" y="434340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618927" y="4270248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728655" y="4160520"/>
            <a:ext cx="54864" cy="54864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22960" y="5623560"/>
            <a:ext cx="4572000" cy="36576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" y="5623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— 얼굴 변환 행렬이 매 프레임 로봇 머리·눈에 적용됨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080" y="6528816"/>
            <a:ext cx="91440" cy="91440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ROBOT GAZE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76656"/>
            <a:ext cx="109728" cy="109728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· 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데이터 흐름 — 한 프레임의 여정.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00888" y="23774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0888" y="2377440"/>
            <a:ext cx="2011680" cy="54864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2697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088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Webcam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2328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getUserMedia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&lt;video&gt;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856" y="3401568"/>
            <a:ext cx="146304" cy="14630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95448" y="23774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895448" y="2377440"/>
            <a:ext cx="2011680" cy="54864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968" y="26974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9544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MediaPipe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2986888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FaceLandmarker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4×4 transform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416" y="3401568"/>
            <a:ext cx="146304" cy="14630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90008" y="23774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090008" y="2377440"/>
            <a:ext cx="2011680" cy="54864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8" y="269748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9000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Math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5181448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matrix → Euler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pitch/yaw/roll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976" y="3401568"/>
            <a:ext cx="146304" cy="14630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284568" y="23774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7284568" y="2377440"/>
            <a:ext cx="2011680" cy="54864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6088" y="2697480"/>
            <a:ext cx="548640" cy="54864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8456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Smoothing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7376008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lerp + moving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average filter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4536" y="3401568"/>
            <a:ext cx="146304" cy="14630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479128" y="237744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9479128" y="2377440"/>
            <a:ext cx="2011680" cy="54864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0648" y="2697480"/>
            <a:ext cx="548640" cy="54864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479128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Three.js</a:t>
            </a:r>
            <a:endParaRPr lang="en-US" sz="1800" dirty="0"/>
          </a:p>
        </p:txBody>
      </p:sp>
      <p:sp>
        <p:nvSpPr>
          <p:cNvPr id="33" name="Text 22"/>
          <p:cNvSpPr/>
          <p:nvPr/>
        </p:nvSpPr>
        <p:spPr>
          <a:xfrm>
            <a:off x="9570568" y="37947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head+eye mesh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rotation update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640080" y="5120640"/>
            <a:ext cx="10911535" cy="914400"/>
          </a:xfrm>
          <a:prstGeom prst="rect">
            <a:avLst/>
          </a:prstGeom>
          <a:solidFill>
            <a:srgbClr val="E6FBF7"/>
          </a:solidFill>
          <a:ln w="12700">
            <a:solidFill>
              <a:srgbClr val="E6FBF7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868680" y="53492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BFA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○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WebGL2 + MediaPipe WASM</a:t>
            </a:r>
            <a:pPr indent="0" marL="0">
              <a:buNone/>
            </a:pPr>
            <a:r>
              <a:rPr lang="en-US" sz="1200" b="1" dirty="0">
                <a:solidFill>
                  <a:srgbClr val="0FBFA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○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head α=0.08 / eye α=0.15</a:t>
            </a:r>
            <a:pPr indent="0" marL="0">
              <a:buNone/>
            </a:pPr>
            <a:r>
              <a:rPr lang="en-US" sz="1200" b="1" dirty="0">
                <a:solidFill>
                  <a:srgbClr val="0FBFA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○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rotation.order = ZYX</a:t>
            </a:r>
            <a:pPr indent="0" marL="0">
              <a:buNone/>
            </a:pPr>
            <a:r>
              <a:rPr lang="en-US" sz="1200" b="1" dirty="0">
                <a:solidFill>
                  <a:srgbClr val="0FBFA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○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client-side only · zero backend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640080" y="6528816"/>
            <a:ext cx="91440" cy="91440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8" name="Text 27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ROBOT GAZE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76656"/>
            <a:ext cx="109728" cy="109728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·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도구는 적게, 효과는 크게.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SDK 4개 + 빌드 도구 1개 = 전부.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606040"/>
            <a:ext cx="64008" cy="1417320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26080"/>
            <a:ext cx="777240" cy="777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8986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18 + R3F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74520" y="3383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선언형 3D 컴포넌트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0" y="260604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2606040"/>
            <a:ext cx="64008" cy="1417320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92608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28986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TypeScript 5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623560" y="3383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타입 안전한 수식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8160" y="260604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2606040"/>
            <a:ext cx="64008" cy="1417320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926080"/>
            <a:ext cx="777240" cy="7772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72600" y="28986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372600" y="33832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0.3 s HMR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" y="425196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4251960"/>
            <a:ext cx="64008" cy="1417320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777240" cy="7772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74520" y="4544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Three.js 0.165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1874520" y="5029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WebGL2 렌더러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89120" y="425196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389120" y="4251960"/>
            <a:ext cx="64008" cy="1417320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572000"/>
            <a:ext cx="777240" cy="7772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23560" y="4544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MediaPipe Tasks-Vision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5623560" y="5029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Iris/Face Landmarker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38160" y="425196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38160" y="4251960"/>
            <a:ext cx="64008" cy="1417320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572000"/>
            <a:ext cx="777240" cy="7772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372600" y="4544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Opus + Cowork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9372600" y="5029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페어 프로그래밍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40080" y="6528816"/>
            <a:ext cx="91440" cy="91440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ROBOT GAZE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76656"/>
            <a:ext cx="109728" cy="109728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· 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3개의 사소해 보이는 결정.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이 셋이 모이면 “덜덜 떠는 로봇”과 “부드러운 로봇”이 갈립니다.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484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Iris → Face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1393911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77640"/>
            <a:ext cx="3484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홍채 2D 점 대신 facialTransformationMatrix로 전환.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안경·머리 회전·조명 변화에 강건.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53458" y="2926080"/>
            <a:ext cx="3484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α 0.08 / 0.15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353458" y="3794760"/>
            <a:ext cx="1393911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3458" y="3977640"/>
            <a:ext cx="3484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고개는 느리게(관성), 눈은 빠르게.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두 개의 lerp 계수가 ‘살아있음’의 정체.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66837" y="2926080"/>
            <a:ext cx="3484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ZYX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066837" y="3794760"/>
            <a:ext cx="1393911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6837" y="3977640"/>
            <a:ext cx="34847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rotation.order 한 줄.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짐벌락을 피해 ±72° 회전을 안정적으로 매핑.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6528816"/>
            <a:ext cx="91440" cy="91440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ROBOT GAZE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76656"/>
            <a:ext cx="109728" cy="109728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· AI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Claude와 페어 프로그래밍.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디자인부터 디버깅까지, 6단계 모두에서 자기리뷰 사이클을 돌렸습니다.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FA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64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Opus가 요구사항·아키텍처 초안 작성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FA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Scaffold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3200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 + R3F 보일러플레이트 자동 생성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FA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3703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MediaPipe 연동·gazemath 수식 도출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FA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Self-review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3464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다른 모델/에이전트가 코드 감사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FA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709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Polish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34640" y="4709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이미시브 발광, 디버그 오버레이 추가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FA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212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34640" y="5212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Vercel · 라이브 데모 URL 공유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2606040"/>
            <a:ext cx="3504895" cy="3657600"/>
          </a:xfrm>
          <a:prstGeom prst="rect">
            <a:avLst/>
          </a:prstGeom>
          <a:solidFill>
            <a:srgbClr val="E6FBF7"/>
          </a:solidFill>
          <a:ln w="12700">
            <a:solidFill>
              <a:srgbClr val="E6FBF7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2971800"/>
            <a:ext cx="2773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 12h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8412480" y="37947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0–6 총 소요시간 (1인 + AI)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4389120"/>
            <a:ext cx="2773375" cy="0"/>
          </a:xfrm>
          <a:prstGeom prst="line">
            <a:avLst/>
          </a:prstGeom>
          <a:noFill/>
          <a:ln w="12700">
            <a:solidFill>
              <a:srgbClr val="0FBF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526280"/>
            <a:ext cx="2773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API 호출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412480" y="5212080"/>
            <a:ext cx="2773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런타임은 100% 클라이언트.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AI는 빌드 타임에만.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6528816"/>
            <a:ext cx="91440" cy="91440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ROBOT GAZE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76656"/>
            <a:ext cx="109728" cy="109728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·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이 데모, 어디까지 갈 수 있나.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같은 추적 파이프라인을 실제 로봇 하드웨어와 직결.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45429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43200"/>
            <a:ext cx="3454298" cy="45720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175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지금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웹앱 — 3D 모델의 시선 동기화 (브라우저 내)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8698" y="2743200"/>
            <a:ext cx="345429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8698" y="2743200"/>
            <a:ext cx="3454298" cy="45720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3018" y="30175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다음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3018" y="352044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WebSocket으로 회전값 송신 → 서보모터 직결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7317" y="2743200"/>
            <a:ext cx="345429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7317" y="2743200"/>
            <a:ext cx="3454298" cy="45720"/>
          </a:xfrm>
          <a:prstGeom prst="rect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1637" y="30175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이후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71637" y="352044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얼굴 + 손 모션 동시 추적 → 다축 협동 로봇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1091153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376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지금 바로 체험해 보세요 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web-robot-gaze.vercel.app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894015" y="5458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FBFA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you.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6528816"/>
            <a:ext cx="91440" cy="91440"/>
          </a:xfrm>
          <a:prstGeom prst="ellipse">
            <a:avLst/>
          </a:prstGeom>
          <a:solidFill>
            <a:srgbClr val="0FBFA4"/>
          </a:solidFill>
          <a:ln w="12700">
            <a:solidFill>
              <a:srgbClr val="0FB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ROBOT GAZE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Robot Bootcamp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Gaze — Lightning Demo</dc:title>
  <dc:subject>PptxGenJS Presentation</dc:subject>
  <dc:creator>jason</dc:creator>
  <cp:lastModifiedBy>jason</cp:lastModifiedBy>
  <cp:revision>1</cp:revision>
  <dcterms:created xsi:type="dcterms:W3CDTF">2026-04-25T08:13:57Z</dcterms:created>
  <dcterms:modified xsi:type="dcterms:W3CDTF">2026-04-25T08:13:57Z</dcterms:modified>
</cp:coreProperties>
</file>